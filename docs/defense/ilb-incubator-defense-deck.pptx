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3333500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ILB Incubator Management Platform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Defense deck — local-first microservices platform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Staff portal for internal incubator operations.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Client portal for incubated companies.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Public booking request flow for unauthenticated users.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Ten Django/DRF services behind one Nginx gateway plus a Next.js 14 + Ant Design frontend.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README.md; docs/defense/slides.md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1/10</a:t>
            </a:r>
            <a:endParaRPr lang="en-U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Phase 2 scope delivered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Planned service wave is represented in code and defense docs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Auth/User, Company, Document, Contract, Finance, Space, Booking, Inventory, Ticket, and Dashboard.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Each service has its own Django app/runtime boundary and database.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Inventory and Dashboard are included in the defense path, not deferred.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Frontend placeholder pages were replaced with staff/client/public operational surfaces.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docs/implementation-audit-report.md; docs/architecture.md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2/10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Architecture boundaries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Strict microservices in a monorepo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One PostgreSQL database per bounded context; no shared ORM models or schemas.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Nginx routes /api/&lt;service&gt;/... to internal-only service ports.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Gateway auth_request validates JWTs against auth-service.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Trusted identity headers: X-User-Id, X-User-Role, X-Company-Id.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MinIO stores document objects; document-service owns metadata.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docs/architecture.md; gateway/nginx.conf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3/10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Deployment topology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Repeatable local stack for assessment and demo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Frontend is served through the gateway; APIs stay under /api/... 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Backend services are private to the Docker network.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PostgreSQL, Redis, RabbitMQ, and MinIO provide local infrastructure.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Scheduled work uses management-command sidecars and host-style cron, not Celery.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Demo entry points: make demo, make up, Tilt live-reload path.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README.md; docs/deploy.md; infra/cron/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4/10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Event-driven workflows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RabbitMQ topic exchange: incubator.events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Standard event envelope: event_id, event_type, occurred_at, payload.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contract.activated updates finance payment projections and space contract projections.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booking.approved/cancelled/completed update space, inventory, finance, and dashboard projections.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payment.recorded refreshes financial aggregates.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Consumers dedupe by event_id for safe retries and replays.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docs/events.md; docs/architecture.md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5/10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Role-based product surfaces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Staff, client, and public flows are intentionally separated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Staff: dashboard KPIs, companies, contracts, finance, spaces, bookings, inventory, tickets, users.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Client: company profile, contract, payments, bookings, support tickets, documents.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Public: booking request form without authentication.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Client views are scoped by X-Company-Id rather than trusting browser-provided company ids.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docs/user.md; frontend/app/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6/10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Recommended live demo flow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Business story before implementation details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Start stack and seed representative data; login as Director/Staff.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Review dashboard health and operational KPIs.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Inspect company status, active contracts, finance totals, and payment states.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Show spaces/bookings/inventory lifecycle effects and ticket separation.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Login as Client to verify company-scoped data; finish with public booking request.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docs/defense/demo-script.md; docs/defense/checklist.md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7/10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Functional coverage map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Rubric-critical domains and evidence to show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Auth/User: login, role routing, Director-only user management.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Company/Contract: company lifecycle, maturity/status, active contract data.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Finance/Space/Booking: summaries, occupancy, public/client/staff flows.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Inventory/Ticket/Document: assignments, staff/client support, upload/list/download integration points.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Dashboard: cross-service operational aggregates and drill-through links.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docs/defense/release-evidence.md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8/10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Quality and verification evidence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Local host-only gate and browser smoke are current evidence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make local-gate-host PASS on 2026-05-25: lint, format, frontend typecheck/unit/build, infra, libs, services.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Frontend mocked Playwright suite PASS: 11 tests for login, portal scoping, dashboard, inventory, booking, and users.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Backend service tests include migration dry-runs and pytest per service.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Known environment blocker: Docker socket access can prevent make demo and live gateway e2e on restricted hosts.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docs/defense/local-qa-evidence.md; docs/defense/release-evidence.md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9/10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3333500" cy="820000"/>
          </a:xfrm>
          <a:prstGeom prst="rect">
            <a:avLst/>
          </a:prstGeom>
          <a:solidFill>
            <a:srgbClr val="0F3D3E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820000"/>
            <a:ext cx="13333500" cy="7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520000" y="130000"/>
            <a:ext cx="122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3000" b="1">
                <a:solidFill>
                  <a:srgbClr val="FFFFFF"/>
                </a:solidFill>
              </a:rPr>
              <a:t>Risks, roadmap, and close</a:t>
            </a:r>
            <a:endParaRPr lang="en-US" sz="3000"/>
          </a:p>
        </p:txBody>
      </p:sp>
      <p:sp>
        <p:nvSpPr>
          <p:cNvPr id="5" name="Subtitle"/>
          <p:cNvSpPr txBox="1"/>
          <p:nvPr/>
        </p:nvSpPr>
        <p:spPr>
          <a:xfrm>
            <a:off x="540000" y="500000"/>
            <a:ext cx="1180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1450">
                <a:solidFill>
                  <a:srgbClr val="D1FAE5"/>
                </a:solidFill>
              </a:rPr>
              <a:t>Transparent handoff for defense readiness</a:t>
            </a:r>
            <a:endParaRPr lang="en-US" sz="1450"/>
          </a:p>
        </p:txBody>
      </p:sp>
      <p:sp>
        <p:nvSpPr>
          <p:cNvPr id="6" name="Bullets"/>
          <p:cNvSpPr txBox="1"/>
          <p:nvPr/>
        </p:nvSpPr>
        <p:spPr>
          <a:xfrm>
            <a:off x="780000" y="1230000"/>
            <a:ext cx="119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Immediate: rerun make demo and gateway Playwright smoke on a Docker-enabled workstation.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Immediate: export PDF/record backup demo using the documented storyboard.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Future: richer dashboard charts, deeper domain detail forms, stronger observability, CI artifact capture.</a:t>
            </a:r>
            <a:endParaRPr lang="en-US" sz="2050"/>
          </a:p>
          <a:p>
            <a:pPr marL="342900" indent="-228600">
              <a:buChar char="•"/>
            </a:pPr>
            <a:r>
              <a:rPr lang="en-US" sz="2050">
                <a:solidFill>
                  <a:srgbClr val="1F2937"/>
                </a:solidFill>
              </a:rPr>
              <a:t>Conclusion: Phase 2 is integration-ready locally with documented demo flow, evidence, and known host-only blocker.</a:t>
            </a:r>
            <a:endParaRPr lang="en-US" sz="2050"/>
          </a:p>
        </p:txBody>
      </p:sp>
      <p:sp>
        <p:nvSpPr>
          <p:cNvPr id="7" name="Footer divider"/>
          <p:cNvSpPr/>
          <p:nvPr/>
        </p:nvSpPr>
        <p:spPr>
          <a:xfrm>
            <a:off x="520000" y="6780000"/>
            <a:ext cx="12050000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540000" y="688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Sources: docs/defense/checklist.md; docs/defense/demo-script.md</a:t>
            </a:r>
            <a:endParaRPr lang="en-US" sz="950"/>
          </a:p>
        </p:txBody>
      </p:sp>
      <p:sp>
        <p:nvSpPr>
          <p:cNvPr id="9" name="Slide number"/>
          <p:cNvSpPr txBox="1"/>
          <p:nvPr/>
        </p:nvSpPr>
        <p:spPr>
          <a:xfrm>
            <a:off x="12220000" y="6880000"/>
            <a:ext cx="6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None/>
            </a:pPr>
            <a:r>
              <a:rPr lang="en-US" sz="950">
                <a:solidFill>
                  <a:srgbClr val="64748B"/>
                </a:solidFill>
              </a:rPr>
              <a:t>10/10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LB Defense">
  <a:themeElements>
    <a:clrScheme name="ILB">
      <a:dk1>
        <a:srgbClr val="111827"/>
      </a:dk1>
      <a:lt1>
        <a:srgbClr val="FFFFFF"/>
      </a:lt1>
      <a:dk2>
        <a:srgbClr val="0F3D3E"/>
      </a:dk2>
      <a:lt2>
        <a:srgbClr val="F8FAFC"/>
      </a:lt2>
      <a:accent1>
        <a:srgbClr val="0F3D3E"/>
      </a:accent1>
      <a:accent2>
        <a:srgbClr val="22C55E"/>
      </a:accent2>
      <a:accent3>
        <a:srgbClr val="2563EB"/>
      </a:accent3>
      <a:accent4>
        <a:srgbClr val="F59E0B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stdlib Open XML generator</Application>
  <PresentationFormat>Widescreen</PresentationFormat>
  <Slides>10</Slides>
  <Company>SDL Project Group 20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ILB Incubator Management Platform — Defense Deck</dc:title>
  <dc:subject>SDL project defense deck</dc:subject>
  <dc:creator>SDL Project Group 20</dc:creator>
  <cp:keywords>ILB, incubator, microservices, Django, Next.js, defense</cp:keywords>
  <dcterms:created xsi:type="dcterms:W3CDTF">2026-05-27T20:13:54Z</dcterms:created>
  <dcterms:modified xsi:type="dcterms:W3CDTF">2026-05-27T20:13:54Z</dcterms:modified>
</cp:coreProperties>
</file>